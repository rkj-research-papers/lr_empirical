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Framework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D3D3D3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formula extraction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 cross-sheet reference handling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 code generation quality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use case selection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Capability-based testing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verification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diverse use cases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Real-world Excel scenarios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features tested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- Features Testing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D3D3D3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200400"/>
              </a:tblGrid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/ Not Working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Structure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values &amp; formulas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Cross-sheet references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ranges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Merged cells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Formula Complexity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arithmetic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Conditional logic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Lookup functions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formulas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 Structures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Pivot tables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ranges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elements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Auto-generated totals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Generation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Syntax correctness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 equivalence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type handling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Samples &amp; Features Tested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D3D3D3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5029200"/>
              </a:tblGrid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Tested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Formulas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values, Basic arithmetic, Syntax correctness, Data type handling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Multi-Sheet Links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Cross-sheet refs, Conditional logic, Lookup functions, Logic equivalence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Pivot Tables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Pivot tables, Dynamic ranges, Hidden elements, Auto-generated totals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Formulas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formulas, Pattern detection, All feature categories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 MIS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arithmetic, Dynamic ranges, Logic equivalence, Data aggregation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ranges, Basic arithmetic, Logic equivalence, All categories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Overall Outcome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D3D3D3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200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1097280"/>
                <a:gridCol w="237744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 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Worked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Formulas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Extraction, Mapping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Multi-Sheet Links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cases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Pivot Tables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Filters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Formulas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 detection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Exceptions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Summary MIS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logic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mapping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Model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conversion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 ✓ = Success  |  ◐ = Partial Success  |  ✗ = Issue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Excel-to-Python Pilot - Testing Results</dc:title>
  <dc:subject>PptxGenJS Presentation</dc:subject>
  <dc:creator>Test Manager</dc:creator>
  <cp:lastModifiedBy>Test Manager</cp:lastModifiedBy>
  <cp:revision>1</cp:revision>
  <dcterms:created xsi:type="dcterms:W3CDTF">2026-04-20T02:12:33Z</dcterms:created>
  <dcterms:modified xsi:type="dcterms:W3CDTF">2026-04-20T02:12:33Z</dcterms:modified>
</cp:coreProperties>
</file>